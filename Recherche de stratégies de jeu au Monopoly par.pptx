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1" r:id="rId5"/>
    <p:sldId id="264" r:id="rId6"/>
    <p:sldId id="266" r:id="rId7"/>
    <p:sldId id="258" r:id="rId8"/>
    <p:sldId id="259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D698B4-46E8-44E2-A41B-2DEC8A80EFD9}">
          <p14:sldIdLst>
            <p14:sldId id="256"/>
            <p14:sldId id="263"/>
            <p14:sldId id="257"/>
          </p14:sldIdLst>
        </p14:section>
        <p14:section name="Modélisation informatique" id="{91D71D0E-FCA6-4EDC-AE2A-68D5243AD599}">
          <p14:sldIdLst>
            <p14:sldId id="261"/>
            <p14:sldId id="264"/>
          </p14:sldIdLst>
        </p14:section>
        <p14:section name="Premiers Résultats" id="{2A12CCAD-D481-4A9B-AD54-F2F26F6940FD}">
          <p14:sldIdLst>
            <p14:sldId id="266"/>
            <p14:sldId id="258"/>
            <p14:sldId id="259"/>
            <p14:sldId id="260"/>
          </p14:sldIdLst>
        </p14:section>
        <p14:section name="Travail restant" id="{1DDB159C-862D-4D2E-9F34-6385A38CB600}">
          <p14:sldIdLst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15DB7-E1C3-A627-9DA0-9C3BAD757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0C18B-488A-39EB-E911-D4F1B8789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CC512-B7FC-BE93-CDF5-C47BAE50E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FB5-9AFE-404E-A099-69D44AAC0C2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CDE2D-98F9-D8A4-B30C-551AEEB71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6F103-0724-BDE4-E044-D21C96158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C38F-139F-4E9C-AB74-21B97348F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68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880A6-2B8B-C717-65ED-B14D89B39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AB234-9BD4-B189-A6F3-400507546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B6A8C-6CB6-B2F7-DCA7-A8EE15D58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FB5-9AFE-404E-A099-69D44AAC0C2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C3C1-EC85-A15C-7E4E-EBFF6180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291C8-EE7B-E68D-2F12-FB1DBBD3E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C38F-139F-4E9C-AB74-21B97348F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6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85A9-583D-3427-58C2-BB578884A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604F9-46DE-ABE8-410D-2239A0C80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EAFFF-541A-DF67-21DB-32A81FDFA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FB5-9AFE-404E-A099-69D44AAC0C2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EE5AB-3573-62EA-7DD8-A8833B4DB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D3A6B-AFDB-87F7-FDB0-33A6F3E3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C38F-139F-4E9C-AB74-21B97348F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47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03478-48F3-333F-F1F5-4319371F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F9F5E-F0B2-0401-6A74-B4318F564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932D2-7B1D-DFB7-8318-2D5F4E8D4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8F0C3-8B49-F1FC-7397-9E5724C2D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FB5-9AFE-404E-A099-69D44AAC0C2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E7D46-7C5F-6A96-4971-860D64D1C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FF84B-1D48-CAA8-2628-EC0DF609B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C38F-139F-4E9C-AB74-21B97348F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2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A921-3817-1104-E2D4-3CFF9CE9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77315-43CA-283B-D6D8-A4D08CDCC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3F981E-98CB-C538-D664-113E460B0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C03FD4-D2FF-79BA-6E00-946C9E363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A7D2E7-C48C-1432-C8F0-4C9075DCDD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BE3995-4687-000C-BCC5-1F9354A18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FB5-9AFE-404E-A099-69D44AAC0C2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4CFFF3-581D-D5E6-93CF-0D471E7A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776A0-3956-C396-3217-A7C7D4EC5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C38F-139F-4E9C-AB74-21B97348F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0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CA4CE-6E3C-C5BC-6414-26A06C34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C5579-8582-463C-CE52-01744F9C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FB5-9AFE-404E-A099-69D44AAC0C2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94A29-5262-F0AD-7061-A646BCBF4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F820D-76E2-0741-9A17-E2038238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C38F-139F-4E9C-AB74-21B97348F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48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0D314B-1539-040F-B39E-BD397B7E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FB5-9AFE-404E-A099-69D44AAC0C2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BCE3E-C168-657D-0F14-B80EDF0EC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F5435-C782-15FA-EAB7-8FDFF3BF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C38F-139F-4E9C-AB74-21B97348F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84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5C1FD-0109-4331-D06C-223F0A67F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8243-947F-BB9D-2400-6B3E3C9B3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3595C-5ACC-A2C7-A210-24A6B2CE7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F0F9E-AA88-56B7-936F-E2ED2362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FB5-9AFE-404E-A099-69D44AAC0C2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BE8D8-4718-ACBA-8119-6989FF715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979DA-19B0-62AF-97A5-7D7E462D8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C38F-139F-4E9C-AB74-21B97348F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6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77C33-611E-3C5C-FAEC-7183FD04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89344-386B-8311-E1F6-7EEBCDCB24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D662D6-F0D7-1A40-7957-5D982A495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AFE15-153D-1DD1-45D9-8FF4DD8B5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FB5-9AFE-404E-A099-69D44AAC0C2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E8BB8-2E08-D366-820A-BD130A7AA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54073-B026-FB16-C23A-147AF9C30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C38F-139F-4E9C-AB74-21B97348F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08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EC5A8-AFA0-0005-3302-FF9F6781A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62186-9F75-059B-8BB5-ED53A3302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30854-88A0-703C-65E7-383B081C6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FB5-9AFE-404E-A099-69D44AAC0C2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CFE67-4808-EABE-CB84-90D9A8AF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5E133-F884-0061-AFC9-6ABCAA043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C38F-139F-4E9C-AB74-21B97348F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48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288313-D0AD-7AF5-1E95-8656A3D0B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6470D-ABD1-237A-E582-553657B50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FC928-0212-7321-5546-B2B4B793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33FB5-9AFE-404E-A099-69D44AAC0C2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AEE79-6FE8-DA32-0870-EC2CC6C62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8B41F-2175-2AE0-8C0B-895DECE2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5C38F-139F-4E9C-AB74-21B97348F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05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71E533-FF72-8051-4E37-976E64657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91EB2-A29C-C2AB-C9CD-EC340B66C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B8E246-6530-13AE-4C3F-25E91509B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3FB5-9AFE-404E-A099-69D44AAC0C24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0F94A-7D25-18C0-88D0-20EFC3092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7B389-3878-E1B1-90C0-673D3B1B8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5C38F-139F-4E9C-AB74-21B97348FB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25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E641-EFD1-2A3A-5C02-9A6332DBC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290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+mn-lt"/>
              </a:rPr>
              <a:t>Recherche de stratégies de jeu au Monopoly par simulation informatique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6D867-14CB-83CC-9EFD-82AA562EF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65675"/>
            <a:ext cx="9144000" cy="969962"/>
          </a:xfrm>
        </p:spPr>
        <p:txBody>
          <a:bodyPr/>
          <a:lstStyle/>
          <a:p>
            <a:r>
              <a:rPr lang="en-US" dirty="0">
                <a:latin typeface="+mj-lt"/>
              </a:rPr>
              <a:t>N’ZOULOU Zyad</a:t>
            </a:r>
          </a:p>
          <a:p>
            <a:r>
              <a:rPr lang="en-US" dirty="0">
                <a:latin typeface="+mj-lt"/>
              </a:rPr>
              <a:t>MPI</a:t>
            </a:r>
          </a:p>
        </p:txBody>
      </p:sp>
    </p:spTree>
    <p:extLst>
      <p:ext uri="{BB962C8B-B14F-4D97-AF65-F5344CB8AC3E}">
        <p14:creationId xmlns:p14="http://schemas.microsoft.com/office/powerpoint/2010/main" val="3167824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BC75-F520-FC58-FFDB-B193B20A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C3119D0-7558-8DEF-93B4-F7AF2900C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Procédés stochastiques omniprésents (quant, publicité …)</a:t>
            </a:r>
          </a:p>
          <a:p>
            <a:r>
              <a:rPr lang="fr-FR" dirty="0"/>
              <a:t>Des règles connues</a:t>
            </a:r>
          </a:p>
          <a:p>
            <a:r>
              <a:rPr lang="fr-FR" dirty="0"/>
              <a:t>Une littérature présente mais très théorique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070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31557-ABB9-38C6-95B8-C9ED4DE9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817F0-1B38-3088-2563-DBC31B325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fr-FR" dirty="0"/>
              <a:t>La modélisation informatique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Premiers résultats et comparaison théorique</a:t>
            </a:r>
          </a:p>
          <a:p>
            <a:pPr marL="571500" indent="-571500">
              <a:buFont typeface="+mj-lt"/>
              <a:buAutoNum type="romanUcPeriod"/>
            </a:pPr>
            <a:r>
              <a:rPr lang="fr-FR" dirty="0"/>
              <a:t>Travail restant</a:t>
            </a:r>
          </a:p>
        </p:txBody>
      </p:sp>
    </p:spTree>
    <p:extLst>
      <p:ext uri="{BB962C8B-B14F-4D97-AF65-F5344CB8AC3E}">
        <p14:creationId xmlns:p14="http://schemas.microsoft.com/office/powerpoint/2010/main" val="2846761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6366AA-B097-8100-AB12-E71240010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I. Modélisation informatique: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2F8E9FD-FFC3-D264-5C14-F94DFB6E8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404" y="1825625"/>
            <a:ext cx="9531191" cy="4351338"/>
          </a:xfrm>
        </p:spPr>
      </p:pic>
    </p:spTree>
    <p:extLst>
      <p:ext uri="{BB962C8B-B14F-4D97-AF65-F5344CB8AC3E}">
        <p14:creationId xmlns:p14="http://schemas.microsoft.com/office/powerpoint/2010/main" val="3069767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1EBD-44FF-A0E2-2BF1-1DB33CFE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 informatique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99A14-2931-DD11-D3AD-FE47B39DA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Programmation impérative et fonctionnelle</a:t>
            </a:r>
          </a:p>
          <a:p>
            <a:r>
              <a:rPr lang="fr-FR" dirty="0"/>
              <a:t>Plusieurs enjeux:</a:t>
            </a:r>
          </a:p>
          <a:p>
            <a:pPr lvl="1"/>
            <a:r>
              <a:rPr lang="fr-FR" dirty="0"/>
              <a:t>Performance</a:t>
            </a:r>
          </a:p>
          <a:p>
            <a:pPr lvl="1"/>
            <a:r>
              <a:rPr lang="fr-FR" dirty="0"/>
              <a:t>Lisibilité</a:t>
            </a:r>
          </a:p>
          <a:p>
            <a:pPr lvl="1"/>
            <a:r>
              <a:rPr lang="fr-FR" dirty="0"/>
              <a:t>Modularité</a:t>
            </a:r>
          </a:p>
        </p:txBody>
      </p:sp>
    </p:spTree>
    <p:extLst>
      <p:ext uri="{BB962C8B-B14F-4D97-AF65-F5344CB8AC3E}">
        <p14:creationId xmlns:p14="http://schemas.microsoft.com/office/powerpoint/2010/main" val="2564361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C567-8B5C-C072-DDB5-3DA03849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II. Premiers résultats</a:t>
            </a:r>
          </a:p>
        </p:txBody>
      </p:sp>
    </p:spTree>
    <p:extLst>
      <p:ext uri="{BB962C8B-B14F-4D97-AF65-F5344CB8AC3E}">
        <p14:creationId xmlns:p14="http://schemas.microsoft.com/office/powerpoint/2010/main" val="3254430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C9017-F1A0-136E-B822-E9A65717B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Distribution des probabilités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0F45962-10EC-5A89-0F71-63EA72781C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5171"/>
            <a:ext cx="5181600" cy="2912246"/>
          </a:xfrm>
        </p:spPr>
      </p:pic>
      <p:pic>
        <p:nvPicPr>
          <p:cNvPr id="34" name="Content Placeholder 33">
            <a:extLst>
              <a:ext uri="{FF2B5EF4-FFF2-40B4-BE49-F238E27FC236}">
                <a16:creationId xmlns:a16="http://schemas.microsoft.com/office/drawing/2014/main" id="{4B28DF40-43C8-DD31-F5D6-76424A70853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607622"/>
            <a:ext cx="5181600" cy="2787343"/>
          </a:xfr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AE72733-77B4-C1D5-E41C-33FEE7323D7F}"/>
              </a:ext>
            </a:extLst>
          </p:cNvPr>
          <p:cNvSpPr txBox="1"/>
          <p:nvPr/>
        </p:nvSpPr>
        <p:spPr>
          <a:xfrm>
            <a:off x="6627091" y="5394965"/>
            <a:ext cx="4479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>
                <a:latin typeface="+mj-lt"/>
              </a:rPr>
              <a:t>Ian Stewart: Monopoly Revisited (1996)</a:t>
            </a:r>
          </a:p>
        </p:txBody>
      </p:sp>
    </p:spTree>
    <p:extLst>
      <p:ext uri="{BB962C8B-B14F-4D97-AF65-F5344CB8AC3E}">
        <p14:creationId xmlns:p14="http://schemas.microsoft.com/office/powerpoint/2010/main" val="49781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5877-9D36-039F-0399-7C26C61C3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 de parties: paramètres égaux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68FC4CC-9DD7-3FD7-B56A-53D9F19725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11830"/>
            <a:ext cx="5181600" cy="2778928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DE21AD1-83D6-5A07-0D54-0EDE573844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540875"/>
            <a:ext cx="5181600" cy="2920838"/>
          </a:xfrm>
        </p:spPr>
      </p:pic>
    </p:spTree>
    <p:extLst>
      <p:ext uri="{BB962C8B-B14F-4D97-AF65-F5344CB8AC3E}">
        <p14:creationId xmlns:p14="http://schemas.microsoft.com/office/powerpoint/2010/main" val="1225614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0F840-1DE7-906B-2DBB-67DE5B8D5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partie: paramètres différents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47E7F4-C204-5D44-E2D0-6427D7E7D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2453" y="1825625"/>
            <a:ext cx="6987094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F1A3D3-3384-6C5F-E176-96C542EEF4E9}"/>
              </a:ext>
            </a:extLst>
          </p:cNvPr>
          <p:cNvSpPr txBox="1"/>
          <p:nvPr/>
        </p:nvSpPr>
        <p:spPr>
          <a:xfrm>
            <a:off x="9762836" y="2456873"/>
            <a:ext cx="2225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Plus de </a:t>
            </a:r>
            <a:r>
              <a:rPr lang="en-US" dirty="0" err="1"/>
              <a:t>volatilité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712727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24BB9B-50BA-3F23-92FD-695C07FB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III. Travail restant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AFB189-B6D2-62E5-3320-1B39CB331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Compléter la simulation:</a:t>
            </a:r>
          </a:p>
          <a:p>
            <a:pPr lvl="1"/>
            <a:r>
              <a:rPr lang="fr-FR" dirty="0"/>
              <a:t>Règle des hôtels</a:t>
            </a:r>
          </a:p>
          <a:p>
            <a:pPr lvl="1"/>
            <a:r>
              <a:rPr lang="fr-FR" dirty="0"/>
              <a:t>Cartes chance et communauté</a:t>
            </a:r>
          </a:p>
          <a:p>
            <a:pPr lvl="1"/>
            <a:r>
              <a:rPr lang="fr-FR" dirty="0"/>
              <a:t>Paramètre de sortie de prison</a:t>
            </a:r>
          </a:p>
          <a:p>
            <a:r>
              <a:rPr lang="fr-FR" dirty="0"/>
              <a:t>Un module statistique pour les simulations à long terme</a:t>
            </a:r>
          </a:p>
          <a:p>
            <a:pPr lvl="1"/>
            <a:r>
              <a:rPr lang="fr-FR" dirty="0"/>
              <a:t>Une fonction « </a:t>
            </a:r>
            <a:r>
              <a:rPr lang="fr-FR" dirty="0" err="1"/>
              <a:t>win_rate</a:t>
            </a:r>
            <a:r>
              <a:rPr lang="fr-FR" dirty="0"/>
              <a:t> »</a:t>
            </a:r>
          </a:p>
          <a:p>
            <a:pPr lvl="1"/>
            <a:r>
              <a:rPr lang="fr-FR" dirty="0"/>
              <a:t>Moyennage de l’évolution de l’argent</a:t>
            </a:r>
          </a:p>
          <a:p>
            <a:r>
              <a:rPr lang="fr-FR" dirty="0"/>
              <a:t>Un meilleur traitement graphique (</a:t>
            </a:r>
            <a:r>
              <a:rPr lang="fr-FR" dirty="0" err="1"/>
              <a:t>Matplotlib</a:t>
            </a:r>
            <a:r>
              <a:rPr lang="fr-FR" dirty="0"/>
              <a:t>)?</a:t>
            </a:r>
          </a:p>
          <a:p>
            <a:r>
              <a:rPr lang="fr-FR" dirty="0"/>
              <a:t>Mise en place des stratégies de jeu proposées dans la littérature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8398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149</Words>
  <Application>Microsoft Office PowerPoint</Application>
  <PresentationFormat>Widescreen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Recherche de stratégies de jeu au Monopoly par simulation informatique</vt:lpstr>
      <vt:lpstr>Introduction</vt:lpstr>
      <vt:lpstr>Sommaire</vt:lpstr>
      <vt:lpstr>I. Modélisation informatique:</vt:lpstr>
      <vt:lpstr>Modélisation informatique</vt:lpstr>
      <vt:lpstr>II. Premiers résultats</vt:lpstr>
      <vt:lpstr>Distribution des probabilités</vt:lpstr>
      <vt:lpstr>Exemples de parties: paramètres égaux</vt:lpstr>
      <vt:lpstr>Exemple de partie: paramètres différents</vt:lpstr>
      <vt:lpstr>III. Travail restant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Recherche de stratégies de jeu au Monopoly par simulation informatique</dc:title>
  <dc:creator>Zyad</dc:creator>
  <cp:lastModifiedBy>Zyad</cp:lastModifiedBy>
  <cp:revision>2</cp:revision>
  <dcterms:created xsi:type="dcterms:W3CDTF">2024-02-09T09:29:34Z</dcterms:created>
  <dcterms:modified xsi:type="dcterms:W3CDTF">2024-02-09T10:50:44Z</dcterms:modified>
</cp:coreProperties>
</file>